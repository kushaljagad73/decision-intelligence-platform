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Decision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AI-Powered Insights for Smarter Community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</a:defRPr>
            </a:pPr>
            <a:r>
              <a:t>Google Solution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Leveraging AI, Data Analytics &amp; Intelligent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Why communities struggle with 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Communities generate massive data from transport, healthcare, utilities, citizen feedback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Information is siloed across departments - no unified view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Transforming raw data into actionable insights is complex and slow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Decisions are often reactive rather than predictive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Citizen engagement and community well-being suffer without data-driven governance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single platform connects AI, analytics, and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280160"/>
            <a:ext cx="457200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B923C"/>
                </a:solidFill>
              </a:defRPr>
            </a:pPr>
            <a:r>
              <a:t>70% of municipal data is unstructured and underutilized</a:t>
            </a:r>
          </a:p>
          <a:p>
            <a:pPr>
              <a:spcAft>
                <a:spcPts val="800"/>
              </a:spcAft>
              <a:defRPr sz="1500">
                <a:solidFill>
                  <a:srgbClr val="FB923C"/>
                </a:solidFill>
              </a:defRPr>
            </a:pPr>
            <a:r>
              <a:t>Decision-making cycles average 3-6 months</a:t>
            </a:r>
          </a:p>
          <a:p>
            <a:pPr>
              <a:spcAft>
                <a:spcPts val="800"/>
              </a:spcAft>
              <a:defRPr sz="1500">
                <a:solidFill>
                  <a:srgbClr val="FB923C"/>
                </a:solidFill>
              </a:defRPr>
            </a:pPr>
            <a:r>
              <a:t>Citizen satisfaction drops 15% with slow responses</a:t>
            </a:r>
          </a:p>
          <a:p>
            <a:pPr>
              <a:spcAft>
                <a:spcPts val="800"/>
              </a:spcAft>
              <a:defRPr sz="1500">
                <a:solidFill>
                  <a:srgbClr val="FB923C"/>
                </a:solidFill>
              </a:defRPr>
            </a:pPr>
            <a:r>
              <a:t>Predictive capabilities are absent in 80% of communities</a:t>
            </a:r>
          </a:p>
          <a:p>
            <a:pPr>
              <a:spcAft>
                <a:spcPts val="800"/>
              </a:spcAft>
              <a:defRPr sz="1500">
                <a:solidFill>
                  <a:srgbClr val="FB923C"/>
                </a:solidFill>
              </a:defRPr>
            </a:pPr>
            <a:r>
              <a:t>AI adoption in public sector lags by 5+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Decision Intelligence Platform - AI-powered, data-driven, action-oriented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Conversational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Natural language interface powered by Google Gemini LLM for querying any domain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Multi-Domain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8 integrated domains with real-time dashboards, trends, and performance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Predictive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ML-powered predictions for traffic, energy, health, and environmental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Decision Intelligence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Multi-criteria analysis that evaluates options and recommends optimal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Intelligent Data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Connect CSV, JSON, PDF, APIs, and webhooks - auto-categorized by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499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Responsible &amp; Explainable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5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Every insight includes confidence scores, source citations, and reasoning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Built on Google Cloud ecosystem with modern full-stack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783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Next.js 15 · TypeScript · Tailwind CSS · Recharts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Dashboard · Chat Interface · Analytics · Decision Tools · Data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43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FastAPI · RESTful · WebSockets · CORS · Async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Unified API for all platform services with auto-generated OpenAPI 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AI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03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Google Gemini LLM · Vertex AI · RAG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Natural language understanding · Context-aware responses · Domain expertise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1772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Sample Data Generators · ChromaDB · BigQuery (opt)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8 domain datasets with 6000+ records · Vector search · Real-time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577840"/>
            <a:ext cx="105156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235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6235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Docker · Google Cloud Run · Cloud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Containerized microservices · Auto-scaling · CI/CD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8 SOLUTION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Comprehensive coverage of community decision-making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Urban Mobility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Traffic optimization, transit planning,</a:t>
            </a:r>
            <a:br/>
            <a:r>
              <a:t>congestion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Public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23317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Emergency response, crime analytics,</a:t>
            </a:r>
            <a:br/>
            <a:r>
              <a:t>disaster preparedness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Community wellness, resource allocation,</a:t>
            </a:r>
            <a:br/>
            <a:r>
              <a:t>access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82880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3317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Air/water quality, waste management,</a:t>
            </a:r>
            <a:br/>
            <a:r>
              <a:t>sustainability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Smart grid, consumption analysis,</a:t>
            </a:r>
            <a:br/>
            <a:r>
              <a:t>efficiency 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402336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45262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Student performance, resource planning,</a:t>
            </a:r>
            <a:br/>
            <a:r>
              <a:t>program effectiveness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Citizen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5262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Feedback analysis, service optimization,</a:t>
            </a:r>
            <a:br/>
            <a:r>
              <a:t>participation 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402336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Tourism &amp; Economy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5262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Visitor patterns, local spending,</a:t>
            </a:r>
            <a:br/>
            <a:r>
              <a:t>economic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Google Cloud ecosystem + modern open-source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Google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Large Language Model for natural language understanding and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Google Vertex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23317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ML model training, deployment, and MLOps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Google BigQuery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Serverless data warehouse for large-scale analytics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82880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Google Cloud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3317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Fully managed container platform with auto-scaling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FastAPI 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High-performance async API framework with auto-docs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402336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Next.js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45262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React framework with SSR, app router, and optimal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ChromaDB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5262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Open-source vector database for RAG and semantic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4023360"/>
            <a:ext cx="24688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Docker + Cloud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5262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Containerization and CI/CD for reliable deployments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End-to-end platform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1. Dashboard Overview - View cross-domain performance metrics and real-time activity feed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2. AI Chat - Ask 'Analyze downtown traffic patterns' - get data-driven insights with sources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3. Analytics - Select domains, view trends, forecasts, and actionable insights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4. Decision Intelligence - Input options, get AI-recommended actions with pros/cons analysis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5. Data Sources - Connect new data sources, manage ingestion across 8 domains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6. Predictive Forecasting - Generate forward-looking predictions with confidence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EXPECTED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2004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65%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faster decision-making</a:t>
            </a:r>
            <a:br/>
            <a:r>
              <a:t>with AI-powered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28800"/>
            <a:ext cx="32004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improvement in</a:t>
            </a:r>
            <a:br/>
            <a:r>
              <a:t>resource allocation efficiency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2004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reduction in response</a:t>
            </a:r>
            <a:br/>
            <a:r>
              <a:t>times for critical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32004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37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increase in citizen</a:t>
            </a:r>
            <a:br/>
            <a:r>
              <a:t>satisfaction scores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4023360"/>
            <a:ext cx="32004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937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of data processing</a:t>
            </a:r>
            <a:br/>
            <a:r>
              <a:t>fully automated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4023360"/>
            <a:ext cx="32004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937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integrated community</a:t>
            </a:r>
            <a:br/>
            <a:r>
              <a:t>domains covered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</a:defRPr>
            </a:pPr>
            <a:r>
              <a:t>Phase 1: Real-time data pipeline with Google Pub/Sub and Dataflow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</a:defRPr>
            </a:pPr>
            <a:r>
              <a:t>Phase 2: Multi-modal AI - image/video understanding for traffic, safety, environment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</a:defRPr>
            </a:pPr>
            <a:r>
              <a:t>Phase 3: Community mobile app with push notifications and citizen reporting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</a:defRPr>
            </a:pPr>
            <a:r>
              <a:t>Phase 4: Advanced ML models - custom Vertex AI training on community-specific data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</a:defRPr>
            </a:pPr>
            <a:r>
              <a:t>Phase 5: Cross-community benchmarking and collaborative decision-making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</a:defRPr>
            </a:pPr>
            <a:r>
              <a:t>Phase 6: Integration with Google Maps API, BigQuery GIS for spatial analytics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</a:defRPr>
            </a:pPr>
            <a:r>
              <a:t>Phase 7: IoT sensor network integration for real-time environmental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</a:defRPr>
            </a:pPr>
            <a:r>
              <a:t>Decision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AI-Powered Insights for Smarter Community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GitHub: github.com/kushaljagad73/decision-intelligence-platform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