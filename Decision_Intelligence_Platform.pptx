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Decision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Arial"/>
              </a:defRPr>
            </a:pPr>
            <a:r>
              <a:t>AI-Powered Insights for Smarter Community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B82F6"/>
                </a:solidFill>
                <a:latin typeface="Arial"/>
              </a:defRPr>
            </a:pPr>
            <a:r>
              <a:t>Google Solution Challenge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Arial"/>
              </a:defRPr>
            </a:pPr>
            <a:r>
              <a:t>Why communities struggle with decision-making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</a:defRPr>
            </a:pPr>
            <a:r>
              <a:t>Communities generate massive amounts of data from transport, healthcare,</a:t>
            </a:r>
            <a:br/>
            <a:r>
              <a:t>    utilities, citizen feedback — but it's siloed across departments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</a:defRPr>
            </a:pPr>
            <a:r>
              <a:t>Transforming raw data into actionable insights is slow and complex,</a:t>
            </a:r>
            <a:br/>
            <a:r>
              <a:t>    leading to reactive rather than predictive decisions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</a:defRPr>
            </a:pPr>
            <a:r>
              <a:t>No unified platform exists that connects AI, analytics, and</a:t>
            </a:r>
            <a:br/>
            <a:r>
              <a:t>    decision support for community stakeholders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</a:defRPr>
            </a:pPr>
            <a:r>
              <a:t>Citizen engagement and community well-being suffer without</a:t>
            </a:r>
            <a:br/>
            <a:r>
              <a:t>    data-driven governance and transparent decision-making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457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923C"/>
                </a:solidFill>
                <a:latin typeface="Arial"/>
              </a:defRPr>
            </a:pPr>
            <a:r>
              <a:t>THE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4572000" cy="4937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B923C"/>
                </a:solidFill>
              </a:defRPr>
            </a:pPr>
            <a:r>
              <a:t>70% of municipal data is unstructured and underutilized</a:t>
            </a:r>
          </a:p>
          <a:p>
            <a:pPr>
              <a:spcAft>
                <a:spcPts val="800"/>
              </a:spcAft>
              <a:defRPr sz="1400">
                <a:solidFill>
                  <a:srgbClr val="FB923C"/>
                </a:solidFill>
              </a:defRPr>
            </a:pPr>
            <a:r>
              <a:t>Decision-making cycles average 3-6 months in most cities</a:t>
            </a:r>
          </a:p>
          <a:p>
            <a:pPr>
              <a:spcAft>
                <a:spcPts val="800"/>
              </a:spcAft>
              <a:defRPr sz="1400">
                <a:solidFill>
                  <a:srgbClr val="FB923C"/>
                </a:solidFill>
              </a:defRPr>
            </a:pPr>
            <a:r>
              <a:t>Citizen satisfaction drops 15% with slow service responses</a:t>
            </a:r>
          </a:p>
          <a:p>
            <a:pPr>
              <a:spcAft>
                <a:spcPts val="800"/>
              </a:spcAft>
              <a:defRPr sz="1400">
                <a:solidFill>
                  <a:srgbClr val="FB923C"/>
                </a:solidFill>
              </a:defRPr>
            </a:pPr>
            <a:r>
              <a:t>Predictive analytics capabilities absent in 80% of communities</a:t>
            </a:r>
          </a:p>
          <a:p>
            <a:pPr>
              <a:spcAft>
                <a:spcPts val="800"/>
              </a:spcAft>
              <a:defRPr sz="1400">
                <a:solidFill>
                  <a:srgbClr val="FB923C"/>
                </a:solidFill>
              </a:defRPr>
            </a:pPr>
            <a:r>
              <a:t>AI adoption in public sector lags 5+ years behind private sector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Decision Intelligence Platform — AI-powered, data-driven, action-oriented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Conversational AI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Natural language interface powered by Google Gemini LLM for querying any domain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Multi-Domain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8 integrated domains with dashboards, trends, and 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Predictive Forecasting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3756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ML-powered predictions for traffic, energy, health, and environmental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Decision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Multi-criteria analysis that evaluates options and recommends optimal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Intelligent Data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Connect CSV, JSON, PDF, APIs, and webhooks — auto-categorized by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Arial"/>
              </a:defRPr>
            </a:pPr>
            <a:r>
              <a:t>▸ Responsible &amp; Explainable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79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Every insight includes confidence scores, source citations, and reasoning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Google Cloud ecosystem with modern full-stack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Next.js 15 · TypeScript · Tailwind CSS · Recharts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Dashboard · AI Chat · Analytics · Decision Tools · Data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105156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423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FastAPI · RESTful · WebSockets · Async · Auto-docs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Unified API layer for all platform services with OpenAPI documentation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105156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AI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290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Google Gemini LLM · Vertex AI · RAG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Natural language understanding · Context-aware responses · Domain expertise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389120"/>
            <a:ext cx="105156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DATA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34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Sample Data Generators · ChromaDB · BigQuery (optional)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8 domain datasets with 82000+ records · Vector search · Real-time analytics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94960"/>
            <a:ext cx="105156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40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40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Docker · Google Cloud Run · Cloud Build CI/CD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Containerized microservices · Auto-scaling · Production-ready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8 SOLUTION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Comprehensive coverage of community decision-making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Urban Mobility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Traffic optimization, transit planning,</a:t>
            </a:r>
            <a:br/>
            <a:r>
              <a:t>congestion prediction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46304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Public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0116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Emergency response, crime analytics,</a:t>
            </a:r>
            <a:br/>
            <a:r>
              <a:t>disaster preparedness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Healthcare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Community wellness, resource allocation,</a:t>
            </a:r>
            <a:br/>
            <a:r>
              <a:t>access optimization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46304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Environment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0116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Air/water quality, waste management,</a:t>
            </a:r>
            <a:br/>
            <a:r>
              <a:t>sustainability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Smart grid, consumption analysis,</a:t>
            </a:r>
            <a:br/>
            <a:r>
              <a:t>efficiency recommendations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84048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Student performance, resource planning,</a:t>
            </a:r>
            <a:br/>
            <a:r>
              <a:t>program effectiveness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84048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Citizen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Feedback analysis, service optimization,</a:t>
            </a:r>
            <a:br/>
            <a:r>
              <a:t>participation tracking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840480"/>
            <a:ext cx="24688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Tourism &amp; Economy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Visitor patterns, local spending,</a:t>
            </a:r>
            <a:br/>
            <a:r>
              <a:t>economic development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Google Cloud ecosystem + modern open-source technologies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Google Gemini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Large Language Model for NLU and generation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46304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Vertex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0116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ML model training &amp; deployment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BigQuery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Serverless data warehouse for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46304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Cloud 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0116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Managed container platform, auto-scaling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High-performance async Python API framework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84048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Next.js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3891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React framework with SSR &amp; app router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84048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ChromaDB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891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Vector database for RAG &amp; semantic 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840480"/>
            <a:ext cx="2468880" cy="1920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3977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Docker/Cloud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3891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rial"/>
              </a:defRPr>
            </a:pPr>
            <a:r>
              <a:t>Containerization &amp; CI/CD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DEMONSTRATION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1. Dashboard Overview — Cross-domain performance metrics, activity feed, AI insights summary</a:t>
            </a:r>
          </a:p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2. AI Chat — Ask questions in natural language; get data-driven answers with sources &amp; suggestions</a:t>
            </a:r>
          </a:p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3. Domain Analytics — Select any domain; view trends, forecasts, and actionable insights</a:t>
            </a:r>
          </a:p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4. Decision Intelligence — Input problem context &amp; options; AI evaluates &amp; recommends best action</a:t>
            </a:r>
          </a:p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5. Data Source Management — Connect CSV, JSON, PDF, API, webhook; auto-categorized by domain</a:t>
            </a:r>
          </a:p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</a:defRPr>
            </a:pPr>
            <a:r>
              <a:t>6. Smart Forecasts — Generate predictive projections across all domains with confidence scores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EXPECTED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faster decision-making</a:t>
            </a:r>
            <a:br/>
            <a:r>
              <a:t>with AI-powered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improvement in</a:t>
            </a:r>
            <a:br/>
            <a:r>
              <a:t>resource allocation efficiency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4592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reduction in response</a:t>
            </a:r>
            <a:br/>
            <a:r>
              <a:t>times for critical services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increase in citizen</a:t>
            </a:r>
            <a:br/>
            <a:r>
              <a:t>satisfaction scores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402336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06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9377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of data processing</a:t>
            </a:r>
            <a:br/>
            <a:r>
              <a:t>fully automated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023360"/>
            <a:ext cx="32004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206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9377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integrated community</a:t>
            </a:r>
            <a:br/>
            <a:r>
              <a:t>domains covered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1: Real-time data pipeline with Google Pub/Sub and Dataflow streaming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2: Multi-modal AI — image/video understanding for traffic, safety, environment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3: Community mobile app with push notifications and citizen reporting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4: Custom ML models via Vertex AI AutoML trained on community-specific data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5: Cross-community benchmarking and collaborative decision-making dashboards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6: Integration with Google Maps API &amp; BigQuery GIS for spatial analytics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</a:defRPr>
            </a:pPr>
            <a:r>
              <a:t>Phase 7: IoT sensor network integration for real-time environmental monitoring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B82F6"/>
                </a:solidFill>
                <a:latin typeface="Arial"/>
              </a:defRPr>
            </a:pPr>
            <a:r>
              <a:t>Decision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Arial"/>
              </a:defRPr>
            </a:pPr>
            <a:r>
              <a:t>AI-Powered Insights for Smarter Community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GitHub: github.com/kushaljagad73/decision-intelligence-platform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